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ергей" initials="С" lastIdx="1" clrIdx="0">
    <p:extLst>
      <p:ext uri="{19B8F6BF-5375-455C-9EA6-DF929625EA0E}">
        <p15:presenceInfo xmlns:p15="http://schemas.microsoft.com/office/powerpoint/2012/main" userId="Сергей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FC2CE-8FA6-4C07-BD15-EC68A8F5C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8CA4C2-2DE1-46F1-AB91-6680CE278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10239B-9746-496C-BAF8-DD1BCB2C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3A0950-EA49-4138-8B82-0AE069C5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1BB306-9D29-4CCA-AE5C-0851AE05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22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CE205-52BA-48AE-A74A-F22EDA5A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A3E76A-3280-4EE3-88EC-420A41FA7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736C31-CC29-4354-8607-BD05962D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3566A0-D5E5-4E2F-801D-6DB784E4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0E4796-2D7B-4274-B4B2-1159ED26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46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1C43-96C4-4023-8984-07FAD995D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07ECEB-7FA8-426F-8842-768F2F01E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3C2683-8570-45A9-841B-38EFA7AC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EF8F3A-34B9-4D5C-AFA6-3B9CDFD2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67F04-C910-4DF3-949C-AFD633E6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71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2A004-BE90-4068-88FF-91B9A0890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7DAC2B-9785-4D60-9414-863F5CC88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3BFA92-F58D-466F-94D5-B4F05500A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9130A1-07B0-4C1D-9A86-9AB0A76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3B18B5-76F6-42C7-AF29-5B1F1213E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E0C258-9E85-4301-96EC-868EE169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2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BE624-D0E1-489A-BDCF-916CF270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E31166-AA0F-4A4A-B373-7C3966239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8FEC94-F899-456C-84AA-B954D87C8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DA1CB5-28A7-492E-A3FB-20CE07486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286C98-6268-4A79-BDD8-6BF3BA117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BF2BA2-C902-4452-9D42-2E26DE7A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42E377-B2C9-4391-9A95-1A15584C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CA368B-3CD6-4D36-9E35-EAAE5768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06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4A223-E2FC-4E48-93D1-D4F8A5A8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6B7BDB-0D05-4594-9436-1FFC1D80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AC99E1-FC1E-45F6-8F68-A61CDA8C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2636110-4979-480D-A0DC-59D003D3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71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74456E5-CB59-4FA8-8A8B-98872109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D317925-90D0-4465-BAC2-FEE15627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D7EA67-900A-4634-A375-2A13B156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7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B05D9-263A-44A7-B6BD-250582DF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184060-FC06-4AB2-896E-6024902BE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82B47C-34BE-4FB1-9AFF-7D6AC1F8B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04F8A8-B3BA-4541-B1B4-3BFF0B91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74C09C-D284-4D67-8CC6-0D40AE87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30C52F-2A7F-43E1-8254-1A70AA35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99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58FF1-5053-4F9D-8806-0B8D67DA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A9D5F6-08AA-42AF-9D21-B200A5357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552184-0AC7-4E11-82CC-2AB68FC4F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5E799F-7100-4877-AC65-D0177193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7A1392-781D-4A25-A1EE-1C7DCA79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384AF3-D8B1-48D4-BEDC-1F1099C8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62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A470-8D6E-47A2-8FB4-B2A4A810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15CBE3-4958-4D1C-A047-832B40F51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8EC78B-50C9-472B-89DC-53ED89A3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00FE5-6E20-4357-9CA9-080E6C9E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968AA4-E1B1-41FA-A5FF-9E1C5292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24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DFF955-1567-4E7B-B4B2-E998BEA04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728221-D1A0-4F0C-9BB8-E3A6629F3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1B398C-CE96-425C-815E-DDE14A18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31B6E4-45B3-4114-85DA-705060F1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09BB3-9E0D-4D81-A2BF-4D7C6D9F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8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EE5B0-4D21-4B7B-9999-F08ADE7C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33D83A-68CF-435C-9EA4-0BD48BAA8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79D6EC-C553-4E70-8DC3-24EE99FC3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B4675-7280-4E51-9979-A64F6D8EB633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B45B75-11BF-4F17-94DB-F16FDDCD9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FE4FE-A24B-4270-9CDA-47025C6C9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C7388-DE1D-4B13-A3CA-035B5536DE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45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2C902-477A-4001-BAA0-5822D46C6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223" y="114840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 Базы данных и хранение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266E61-55E8-4359-8134-8F71EF90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80601"/>
            <a:ext cx="9144000" cy="1655762"/>
          </a:xfrm>
        </p:spPr>
        <p:txBody>
          <a:bodyPr/>
          <a:lstStyle/>
          <a:p>
            <a:r>
              <a:rPr lang="ru-RU" dirty="0"/>
              <a:t>11. Развертывание и настройка реляционной базы данных </a:t>
            </a:r>
            <a:r>
              <a:rPr lang="ru-RU" dirty="0" err="1"/>
              <a:t>PostgreSQL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5F3A46-4F28-413F-AC28-00D1C235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253" y="4092606"/>
            <a:ext cx="2215718" cy="221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F289FA-B8B1-4A87-B61A-35B98C2E112F}"/>
              </a:ext>
            </a:extLst>
          </p:cNvPr>
          <p:cNvSpPr txBox="1"/>
          <p:nvPr/>
        </p:nvSpPr>
        <p:spPr>
          <a:xfrm>
            <a:off x="284086" y="5885895"/>
            <a:ext cx="4163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Гапич</a:t>
            </a:r>
            <a:r>
              <a:rPr lang="ru-RU" dirty="0"/>
              <a:t> Вероника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ru-RU" dirty="0" err="1"/>
              <a:t>Билаш</a:t>
            </a:r>
            <a:r>
              <a:rPr lang="ru-RU" dirty="0"/>
              <a:t> Юрий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ru-RU" dirty="0" err="1"/>
              <a:t>Винидиктов</a:t>
            </a:r>
            <a:r>
              <a:rPr lang="ru-RU" dirty="0"/>
              <a:t> Сергей</a:t>
            </a:r>
          </a:p>
        </p:txBody>
      </p:sp>
    </p:spTree>
    <p:extLst>
      <p:ext uri="{BB962C8B-B14F-4D97-AF65-F5344CB8AC3E}">
        <p14:creationId xmlns:p14="http://schemas.microsoft.com/office/powerpoint/2010/main" val="371166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ADB79-5A1B-4514-9212-01FEFCA2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651"/>
            <a:ext cx="10515600" cy="1325563"/>
          </a:xfrm>
        </p:spPr>
        <p:txBody>
          <a:bodyPr/>
          <a:lstStyle/>
          <a:p>
            <a:r>
              <a:rPr lang="ru-RU" b="1" dirty="0"/>
              <a:t>ВВЕДЕНИЕ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D74DF-420B-4A16-ACD4-84B429AC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43" y="1367917"/>
            <a:ext cx="10515600" cy="2147640"/>
          </a:xfrm>
        </p:spPr>
        <p:txBody>
          <a:bodyPr/>
          <a:lstStyle/>
          <a:p>
            <a:r>
              <a:rPr lang="ru-RU" dirty="0"/>
              <a:t>Настоящий документ описывает процесс развёртывания </a:t>
            </a:r>
            <a:r>
              <a:rPr lang="ru-RU" dirty="0" err="1"/>
              <a:t>production-ready</a:t>
            </a:r>
            <a:r>
              <a:rPr lang="ru-RU" dirty="0"/>
              <a:t> </a:t>
            </a:r>
            <a:r>
              <a:rPr lang="ru-RU" dirty="0" err="1"/>
              <a:t>PostgreSQL</a:t>
            </a:r>
            <a:r>
              <a:rPr lang="ru-RU" dirty="0"/>
              <a:t> базы данных в </a:t>
            </a:r>
            <a:r>
              <a:rPr lang="ru-RU" dirty="0" err="1"/>
              <a:t>контейнеризированной</a:t>
            </a:r>
            <a:r>
              <a:rPr lang="ru-RU" dirty="0"/>
              <a:t> среде с применением лучших практик безопасности, оптимизации производительности и обеспечения отказоустойчивости.</a:t>
            </a:r>
          </a:p>
        </p:txBody>
      </p:sp>
      <p:pic>
        <p:nvPicPr>
          <p:cNvPr id="2050" name="Picture 2" descr="Изображение пина-истории">
            <a:extLst>
              <a:ext uri="{FF2B5EF4-FFF2-40B4-BE49-F238E27FC236}">
                <a16:creationId xmlns:a16="http://schemas.microsoft.com/office/drawing/2014/main" id="{97088A5B-E25B-494E-9D5B-822121261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567" y="3357978"/>
            <a:ext cx="3800059" cy="304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39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66C6E-3AAB-47C1-854A-60ED41A0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Участник 1(</a:t>
            </a:r>
            <a:r>
              <a:rPr lang="en-US" dirty="0"/>
              <a:t>Docker Infrastructure &amp; Security Engineer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41BF8-5F29-489C-BFBC-06196218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8575829" cy="5066359"/>
          </a:xfrm>
        </p:spPr>
        <p:txBody>
          <a:bodyPr>
            <a:normAutofit/>
          </a:bodyPr>
          <a:lstStyle/>
          <a:p>
            <a:r>
              <a:rPr lang="ru-RU" dirty="0"/>
              <a:t>Инфраструктура: Написала </a:t>
            </a:r>
            <a:r>
              <a:rPr lang="ru-RU" dirty="0" err="1"/>
              <a:t>docker-compose.yml</a:t>
            </a:r>
            <a:r>
              <a:rPr lang="ru-RU" dirty="0"/>
              <a:t> на базе </a:t>
            </a:r>
            <a:r>
              <a:rPr lang="ru-RU" dirty="0" err="1"/>
              <a:t>Alpine</a:t>
            </a:r>
            <a:r>
              <a:rPr lang="ru-RU" dirty="0"/>
              <a:t> </a:t>
            </a:r>
            <a:r>
              <a:rPr lang="ru-RU" dirty="0" err="1"/>
              <a:t>Linux</a:t>
            </a:r>
            <a:r>
              <a:rPr lang="ru-RU" dirty="0"/>
              <a:t>, настроила именованный том для данных и изолированную сеть.</a:t>
            </a:r>
          </a:p>
          <a:p>
            <a:r>
              <a:rPr lang="ru-RU" dirty="0"/>
              <a:t>Безопасность: Внедрила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Secrets</a:t>
            </a:r>
            <a:r>
              <a:rPr lang="ru-RU" dirty="0"/>
              <a:t> (POSTGRES_PASSWORD_FILE), полностью исключив передачу паролей в открытом виде.</a:t>
            </a:r>
          </a:p>
          <a:p>
            <a:r>
              <a:rPr lang="ru-RU" dirty="0"/>
              <a:t>Стабильность: Установила жесткие лимиты CPU/RAM для защиты от OOM </a:t>
            </a:r>
            <a:r>
              <a:rPr lang="ru-RU" dirty="0" err="1"/>
              <a:t>Killer</a:t>
            </a:r>
            <a:r>
              <a:rPr lang="ru-RU" dirty="0"/>
              <a:t> и падения хоста.</a:t>
            </a:r>
          </a:p>
          <a:p>
            <a:r>
              <a:rPr lang="ru-RU" dirty="0"/>
              <a:t>Мониторинг: Настроила </a:t>
            </a:r>
            <a:r>
              <a:rPr lang="ru-RU" dirty="0" err="1"/>
              <a:t>нативный</a:t>
            </a:r>
            <a:r>
              <a:rPr lang="ru-RU" dirty="0"/>
              <a:t> </a:t>
            </a:r>
            <a:r>
              <a:rPr lang="ru-RU" dirty="0" err="1"/>
              <a:t>healthcheck</a:t>
            </a:r>
            <a:r>
              <a:rPr lang="ru-RU" dirty="0"/>
              <a:t> через </a:t>
            </a:r>
            <a:r>
              <a:rPr lang="ru-RU" dirty="0" err="1"/>
              <a:t>pg_isready</a:t>
            </a:r>
            <a:r>
              <a:rPr lang="ru-RU" dirty="0"/>
              <a:t> с корректными таймаутами для автоматического контроля работоспособности.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E240950E-971C-4A07-90DD-90576F44C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006" y="1325561"/>
            <a:ext cx="3363498" cy="187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77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133E9-054D-46E7-AC71-52BEAADC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Участник 2(</a:t>
            </a:r>
            <a:r>
              <a:rPr lang="en-US" dirty="0"/>
              <a:t>Database Configuration &amp; Optimization Specialist</a:t>
            </a:r>
            <a:r>
              <a:rPr lang="ru-RU" dirty="0"/>
              <a:t>)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C65ADF7E-0FEF-43DB-B65C-7CE04BD4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16240"/>
            <a:ext cx="9996256" cy="564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BB5427E-4B7D-47D8-89D1-38D146886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9274" y="1535837"/>
            <a:ext cx="6961572" cy="398607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Инициализация: Создал </a:t>
            </a:r>
            <a:r>
              <a:rPr lang="ru-RU" dirty="0" err="1"/>
              <a:t>кастомные</a:t>
            </a:r>
            <a:r>
              <a:rPr lang="ru-RU" dirty="0"/>
              <a:t> БД и роли с разделением привилегий по принципу наименьших прав.</a:t>
            </a:r>
          </a:p>
          <a:p>
            <a:r>
              <a:rPr lang="ru-RU" dirty="0"/>
              <a:t>Оптимизация: Настроил </a:t>
            </a:r>
            <a:r>
              <a:rPr lang="ru-RU" dirty="0" err="1"/>
              <a:t>postgresql.conf</a:t>
            </a:r>
            <a:r>
              <a:rPr lang="ru-RU" dirty="0"/>
              <a:t> (</a:t>
            </a:r>
            <a:r>
              <a:rPr lang="ru-RU" dirty="0" err="1"/>
              <a:t>shared_buffers</a:t>
            </a:r>
            <a:r>
              <a:rPr lang="ru-RU" dirty="0"/>
              <a:t>, </a:t>
            </a:r>
            <a:r>
              <a:rPr lang="ru-RU" dirty="0" err="1"/>
              <a:t>work_mem</a:t>
            </a:r>
            <a:r>
              <a:rPr lang="ru-RU" dirty="0"/>
              <a:t>, </a:t>
            </a:r>
            <a:r>
              <a:rPr lang="ru-RU" dirty="0" err="1"/>
              <a:t>effective_cache_size</a:t>
            </a:r>
            <a:r>
              <a:rPr lang="ru-RU" dirty="0"/>
              <a:t>) под целевую нагрузку.</a:t>
            </a:r>
          </a:p>
          <a:p>
            <a:r>
              <a:rPr lang="ru-RU" dirty="0"/>
              <a:t>Доступ: Сконфигурировал </a:t>
            </a:r>
            <a:r>
              <a:rPr lang="ru-RU" dirty="0" err="1"/>
              <a:t>pg_hba.conf</a:t>
            </a:r>
            <a:r>
              <a:rPr lang="ru-RU" dirty="0"/>
              <a:t> с ограничением по IP и методом scram-sha-256.</a:t>
            </a:r>
          </a:p>
          <a:p>
            <a:r>
              <a:rPr lang="ru-RU" dirty="0" err="1"/>
              <a:t>Логи</a:t>
            </a:r>
            <a:r>
              <a:rPr lang="ru-RU" dirty="0"/>
              <a:t>: Настроил логирование медленных запросов и ротацию логов.</a:t>
            </a:r>
          </a:p>
        </p:txBody>
      </p:sp>
    </p:spTree>
    <p:extLst>
      <p:ext uri="{BB962C8B-B14F-4D97-AF65-F5344CB8AC3E}">
        <p14:creationId xmlns:p14="http://schemas.microsoft.com/office/powerpoint/2010/main" val="171873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FADA-1644-46A2-A3F1-92FA285B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Участник 3(</a:t>
            </a:r>
            <a:r>
              <a:rPr lang="en-US" dirty="0"/>
              <a:t>Backup &amp; Recovery Engineer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A3909-3130-468C-885A-50F5245E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2"/>
            <a:ext cx="8673483" cy="500421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WAL-архивация: Настроил </a:t>
            </a:r>
            <a:r>
              <a:rPr lang="ru-RU" dirty="0" err="1"/>
              <a:t>wal_level</a:t>
            </a:r>
            <a:r>
              <a:rPr lang="ru-RU" dirty="0"/>
              <a:t>=</a:t>
            </a:r>
            <a:r>
              <a:rPr lang="ru-RU" dirty="0" err="1"/>
              <a:t>replica</a:t>
            </a:r>
            <a:r>
              <a:rPr lang="ru-RU" dirty="0"/>
              <a:t> и </a:t>
            </a:r>
            <a:r>
              <a:rPr lang="ru-RU" dirty="0" err="1"/>
              <a:t>archive_mode</a:t>
            </a:r>
            <a:r>
              <a:rPr lang="ru-RU" dirty="0"/>
              <a:t> для поддержки </a:t>
            </a:r>
            <a:r>
              <a:rPr lang="ru-RU" dirty="0" err="1"/>
              <a:t>Point-in-Time</a:t>
            </a:r>
            <a:r>
              <a:rPr lang="ru-RU" dirty="0"/>
              <a:t> </a:t>
            </a:r>
            <a:r>
              <a:rPr lang="ru-RU" dirty="0" err="1"/>
              <a:t>Recovery</a:t>
            </a:r>
            <a:r>
              <a:rPr lang="ru-RU" dirty="0"/>
              <a:t> (PITR).</a:t>
            </a:r>
          </a:p>
          <a:p>
            <a:r>
              <a:rPr lang="ru-RU" dirty="0"/>
              <a:t>Бэкапы: Написал </a:t>
            </a:r>
            <a:r>
              <a:rPr lang="ru-RU" dirty="0" err="1"/>
              <a:t>bash</a:t>
            </a:r>
            <a:r>
              <a:rPr lang="ru-RU" dirty="0"/>
              <a:t>-скрипты для автоматического полного и инкрементального резервного копирования (</a:t>
            </a:r>
            <a:r>
              <a:rPr lang="ru-RU" dirty="0" err="1"/>
              <a:t>pg_dump</a:t>
            </a:r>
            <a:r>
              <a:rPr lang="ru-RU" dirty="0"/>
              <a:t>/</a:t>
            </a:r>
            <a:r>
              <a:rPr lang="ru-RU" dirty="0" err="1"/>
              <a:t>pg_basebackup</a:t>
            </a:r>
            <a:r>
              <a:rPr lang="ru-RU" dirty="0"/>
              <a:t>) со сжатием.</a:t>
            </a:r>
          </a:p>
          <a:p>
            <a:r>
              <a:rPr lang="ru-RU" dirty="0"/>
              <a:t>Очистка: Реализовал </a:t>
            </a:r>
            <a:r>
              <a:rPr lang="ru-RU" dirty="0" err="1"/>
              <a:t>retention</a:t>
            </a:r>
            <a:r>
              <a:rPr lang="ru-RU" dirty="0"/>
              <a:t> </a:t>
            </a:r>
            <a:r>
              <a:rPr lang="ru-RU" dirty="0" err="1"/>
              <a:t>policy</a:t>
            </a:r>
            <a:r>
              <a:rPr lang="ru-RU" dirty="0"/>
              <a:t> — автоматическое удаление устаревших дампов по расписанию.</a:t>
            </a:r>
          </a:p>
          <a:p>
            <a:r>
              <a:rPr lang="ru-RU" dirty="0"/>
              <a:t>Автоматизация: Настроил </a:t>
            </a:r>
            <a:r>
              <a:rPr lang="ru-RU" dirty="0" err="1"/>
              <a:t>cron</a:t>
            </a:r>
            <a:r>
              <a:rPr lang="ru-RU" dirty="0"/>
              <a:t>-задачи для регулярного выполнения бэкапов и мониторинга их выполнения.</a:t>
            </a:r>
          </a:p>
          <a:p>
            <a:r>
              <a:rPr lang="ru-RU" dirty="0"/>
              <a:t>Тестирование: Разработал документацию по восстановлению и скрипты проверки целостности бэкапов.</a:t>
            </a: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2BC11E7A-14B5-4CEB-884E-D7F0AD4DA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001" y="1003175"/>
            <a:ext cx="3823221" cy="509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868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C72DD-9B76-401D-9AD9-B9954847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9512"/>
          </a:xfrm>
        </p:spPr>
        <p:txBody>
          <a:bodyPr>
            <a:normAutofit fontScale="90000"/>
          </a:bodyPr>
          <a:lstStyle/>
          <a:p>
            <a:r>
              <a:rPr lang="ru-RU" dirty="0"/>
              <a:t>Итоги(Достигнутые результаты)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8F50EC-8E2C-4C24-9D3B-37E53D0F8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9512"/>
            <a:ext cx="10515600" cy="2790131"/>
          </a:xfrm>
        </p:spPr>
        <p:txBody>
          <a:bodyPr/>
          <a:lstStyle/>
          <a:p>
            <a:r>
              <a:rPr lang="ru-RU" b="1" dirty="0"/>
              <a:t>Участник 1 (</a:t>
            </a:r>
            <a:r>
              <a:rPr lang="en-US" b="1" dirty="0"/>
              <a:t>Docker Infrastructure):</a:t>
            </a:r>
            <a:r>
              <a:rPr lang="en-US" dirty="0"/>
              <a:t> </a:t>
            </a:r>
            <a:r>
              <a:rPr lang="ru-RU" dirty="0"/>
              <a:t>✅ Безопасный </a:t>
            </a:r>
            <a:r>
              <a:rPr lang="en-US" dirty="0"/>
              <a:t>Compose-</a:t>
            </a:r>
            <a:r>
              <a:rPr lang="ru-RU" dirty="0"/>
              <a:t>манифест с </a:t>
            </a:r>
            <a:r>
              <a:rPr lang="en-US" dirty="0"/>
              <a:t>Docker Secrets, </a:t>
            </a:r>
            <a:r>
              <a:rPr lang="ru-RU" dirty="0"/>
              <a:t>лимитами ресурсов и </a:t>
            </a:r>
            <a:r>
              <a:rPr lang="en-US" dirty="0" err="1"/>
              <a:t>healthcheck</a:t>
            </a:r>
            <a:endParaRPr lang="en-US" dirty="0"/>
          </a:p>
          <a:p>
            <a:r>
              <a:rPr lang="ru-RU" b="1" dirty="0"/>
              <a:t>Участник 2 (</a:t>
            </a:r>
            <a:r>
              <a:rPr lang="en-US" b="1" dirty="0"/>
              <a:t>Database Configuration):</a:t>
            </a:r>
            <a:r>
              <a:rPr lang="en-US" dirty="0"/>
              <a:t> </a:t>
            </a:r>
            <a:r>
              <a:rPr lang="ru-RU" dirty="0"/>
              <a:t>✅ Оптимизированная конфигурация </a:t>
            </a:r>
            <a:r>
              <a:rPr lang="en-US" dirty="0"/>
              <a:t>PostgreSQL </a:t>
            </a:r>
            <a:r>
              <a:rPr lang="ru-RU" dirty="0"/>
              <a:t>с разделением ролей и логированием</a:t>
            </a:r>
          </a:p>
          <a:p>
            <a:r>
              <a:rPr lang="ru-RU" b="1" dirty="0"/>
              <a:t>Участник 3 (</a:t>
            </a:r>
            <a:r>
              <a:rPr lang="en-US" b="1" dirty="0"/>
              <a:t>Backup &amp; Recovery):</a:t>
            </a:r>
            <a:r>
              <a:rPr lang="en-US" dirty="0"/>
              <a:t> </a:t>
            </a:r>
            <a:r>
              <a:rPr lang="ru-RU" dirty="0"/>
              <a:t>✅ Автоматические бэкапы с </a:t>
            </a:r>
            <a:r>
              <a:rPr lang="en-US" dirty="0"/>
              <a:t>PITR, </a:t>
            </a:r>
            <a:r>
              <a:rPr lang="ru-RU" dirty="0"/>
              <a:t>ротацией и тестированием восстановления</a:t>
            </a:r>
          </a:p>
          <a:p>
            <a:endParaRPr lang="ru-RU" dirty="0"/>
          </a:p>
        </p:txBody>
      </p:sp>
      <p:pic>
        <p:nvPicPr>
          <p:cNvPr id="6148" name="Picture 4" descr="Изображение пина-истории">
            <a:extLst>
              <a:ext uri="{FF2B5EF4-FFF2-40B4-BE49-F238E27FC236}">
                <a16:creationId xmlns:a16="http://schemas.microsoft.com/office/drawing/2014/main" id="{62230C8C-071D-4278-A59F-1CB20F0C0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288615"/>
            <a:ext cx="3588058" cy="338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24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9B9BAF7E-CC19-4E03-9B88-3F4CA6F7B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03" y="820035"/>
            <a:ext cx="6858000" cy="588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C1B30-9551-4DDE-B6F2-22CEBA19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38" y="-10603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908386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354</Words>
  <Application>Microsoft Office PowerPoint</Application>
  <PresentationFormat>Широкоэкранный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 Базы данных и хранение данных</vt:lpstr>
      <vt:lpstr>ВВЕДЕНИЕ </vt:lpstr>
      <vt:lpstr>Участник 1(Docker Infrastructure &amp; Security Engineer)</vt:lpstr>
      <vt:lpstr>Участник 2(Database Configuration &amp; Optimization Specialist)</vt:lpstr>
      <vt:lpstr>Участник 3(Backup &amp; Recovery Engineer)</vt:lpstr>
      <vt:lpstr>Итоги(Достигнутые результаты)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Базы данных и хранение данных</dc:title>
  <dc:creator>Сергей</dc:creator>
  <cp:lastModifiedBy>Сергей</cp:lastModifiedBy>
  <cp:revision>2</cp:revision>
  <dcterms:created xsi:type="dcterms:W3CDTF">2026-06-08T22:49:39Z</dcterms:created>
  <dcterms:modified xsi:type="dcterms:W3CDTF">2026-06-08T23:10:41Z</dcterms:modified>
</cp:coreProperties>
</file>